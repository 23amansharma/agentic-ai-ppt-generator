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AGENTIC AI FOR INTELLIGENT TRAFFIC MANAGEMENT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400" b="0"/>
            </a:pPr>
            <a:r>
              <a:t>Satellite-Driven Congestion Control with Autonomous Agents</a:t>
            </a:r>
            <a:br/>
            <a:r>
              <a:t>Team: Alok Gupta, Aman Sharma | Google Agentic AI Hackathon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Problem Statement</a:t>
            </a:r>
          </a:p>
          <a:p>
            <a:pPr>
              <a:defRPr sz="1800" b="0"/>
            </a:pPr>
            <a:r>
              <a:t>Our Agentic Solution</a:t>
            </a:r>
          </a:p>
          <a:p>
            <a:pPr>
              <a:defRPr sz="1800" b="0"/>
            </a:pPr>
            <a:r>
              <a:t>System Architecture</a:t>
            </a:r>
          </a:p>
          <a:p>
            <a:pPr>
              <a:defRPr sz="1800" b="0"/>
            </a:pPr>
            <a:r>
              <a:t>Pilot Results &amp; Impact</a:t>
            </a:r>
          </a:p>
          <a:p>
            <a:pPr>
              <a:defRPr sz="1800" b="0"/>
            </a:pPr>
            <a:r>
              <a:t>Next Steps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— Urban Traffic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Reactive control causes long average response time (22 min)</a:t>
            </a:r>
          </a:p>
          <a:p>
            <a:pPr>
              <a:defRPr sz="1800" b="0"/>
            </a:pPr>
            <a:r>
              <a:t>Satellite blind spots cause high downtime (68%) during monsoon</a:t>
            </a:r>
          </a:p>
          <a:p>
            <a:pPr>
              <a:defRPr sz="1800" b="0"/>
            </a:pPr>
            <a:r>
              <a:t>Existing systems lack scalable, real-time adaptation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Agentic 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Distributed autonomous agents coordinating via satellite telemetry</a:t>
            </a:r>
          </a:p>
          <a:p>
            <a:pPr>
              <a:defRPr sz="1800" b="0"/>
            </a:pPr>
            <a:r>
              <a:t>Real-time local decision-making to reroute traffic and deploy resources</a:t>
            </a:r>
          </a:p>
          <a:p>
            <a:pPr>
              <a:defRPr sz="1800" b="0"/>
            </a:pPr>
            <a:r>
              <a:t>Resilient to partial data loss using local sensing and agent negotiation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Satellite data ingestion → Agent mesh network → Local actuators</a:t>
            </a:r>
          </a:p>
          <a:p>
            <a:pPr>
              <a:defRPr sz="1800" b="0"/>
            </a:pPr>
            <a:r>
              <a:t>Fallback: edge inference using onboard cameras and sensors</a:t>
            </a:r>
          </a:p>
          <a:p>
            <a:pPr>
              <a:defRPr sz="1800" b="0"/>
            </a:pPr>
            <a:r>
              <a:t>Cloud orchestration for policy updates and analytics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Pilot Results &amp;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Simulated reduction in average response time from 22 → 6 minutes</a:t>
            </a:r>
          </a:p>
          <a:p>
            <a:pPr>
              <a:defRPr sz="1800" b="0"/>
            </a:pPr>
            <a:r>
              <a:t>Estimated 35% reduction in congestion during peak hours</a:t>
            </a:r>
          </a:p>
          <a:p>
            <a:pPr>
              <a:defRPr sz="1800" b="0"/>
            </a:pPr>
            <a:r>
              <a:t>Improved reliability under partial satellite outages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Ask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Pilot deployment in a busy urban corridor</a:t>
            </a:r>
          </a:p>
          <a:p>
            <a:pPr>
              <a:defRPr sz="1800" b="0"/>
            </a:pPr>
            <a:r>
              <a:t>Partnerships with city traffic authorities and satellite providers</a:t>
            </a:r>
          </a:p>
          <a:p>
            <a:pPr>
              <a:defRPr sz="1800" b="0"/>
            </a:pPr>
            <a:r>
              <a:t>Funding &amp; compute resources for a 6-month field trial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 b="1"/>
            </a:pPr>
            <a:r>
              <a:t>Alok Gupta — alok@example.com</a:t>
            </a:r>
          </a:p>
          <a:p>
            <a:pPr>
              <a:defRPr sz="1800" b="0"/>
            </a:pPr>
            <a:r>
              <a:t>Aman Sharma — aman@example.com</a:t>
            </a:r>
          </a:p>
          <a:p>
            <a:pPr>
              <a:defRPr sz="1800" b="0"/>
            </a:pPr>
            <a:r>
              <a:t>Project repo and demo available upon request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