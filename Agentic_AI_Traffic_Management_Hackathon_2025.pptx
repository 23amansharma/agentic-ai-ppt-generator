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AGENTIC AI FOR INTELLIGENT TRAFFIC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Satellite-Driven Congestion Control with Autonomous Agents</a:t>
            </a:r>
          </a:p>
          <a:p>
            <a:r>
              <a:t>Team: Alok Gupta, Aman Sharma</a:t>
            </a:r>
          </a:p>
          <a:p>
            <a:r>
              <a:t>Google Agentic AI Hackathon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URBAN TRAFFIC CRISIS (Problem Statement)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Reactive systems lead to 22-min avg response time (Delhi Traffic Data)</a:t>
            </a:r>
          </a:p>
          <a:p>
            <a:r>
              <a:t>Satellite blind spots cause 68% downtime during monsoons</a:t>
            </a:r>
          </a:p>
          <a:p>
            <a:r>
              <a:t>Scalability limitations in conventional solutions</a:t>
            </a:r>
          </a:p>
          <a:p>
            <a:r>
              <a:t>AGENTIC SOLUTION HOOK: "Autonomous agents enabling real-time adaptation to dynamic traffic patterns."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